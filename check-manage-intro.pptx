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</a:defRPr>
            </a:pPr>
            <a:r>
              <a:t>Check-Manage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D4FF"/>
                </a:solidFill>
              </a:defRPr>
            </a:pPr>
            <a:r>
              <a:t>企业级动态数据管理平台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系统概述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配置驱动架构 — 无需编码即可扩展业务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15468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统一数据模型 — JSONB 灵活存储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16052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多视图支持 — 表格 / Excel / 看板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292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企业级特性 — 版本控制 / AI查询 / ETL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前端: Vue 3.4 + TypeScript 5.4 + Vite 5.1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15468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UI: Element Plus 2.6 + Univer 0.16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16052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后端: Flask + 24 Blueprint 路由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292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数据库: PostgreSQL 22张表 + JSONB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核心特性：配置驱动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页面配置定义字段结构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15468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菜单管理生成路由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16052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系统自动渲染表单和表格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292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零代码扩展新业务实体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数据库设计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22张业务表，7大分类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15468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dynamic_data: JSONB 统一存储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16052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版本控制: 快照/分支/合并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292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关联关系: data_relations 多对多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17种字段控件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基础: text / textarea / number /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15468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选择: select / multiSelect / radio / checkbox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16052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关联: relation / reference / quoteSelect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292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特殊: richText / file / image / autoSequence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高级功能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Excel视图: Univer 电子表格引擎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15468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AI查询: 自然语言转查询条件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16052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ETL管道: 可视化数据导入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292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版本控制: 快照/分支/部分合并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前端架构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Pinia状态管理: auth/pageConfig/menu/tab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15468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动态路由: 菜单驱动路由生成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16052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组件化: 15+字段控件组件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191919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292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测试覆盖: Vitest 316+ 单元测试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技术亮点总结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FF"/>
                </a:solidFill>
              </a:defRPr>
            </a:pPr>
            <a:r>
              <a:t>配置驱动 · 灵活扩展 · 企业级特性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74720"/>
            <a:ext cx="3044952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