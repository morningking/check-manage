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6868B"/>
                </a:solidFill>
                <a:latin typeface="Arial"/>
              </a:defRPr>
            </a:pPr>
            <a:r>
              <a:t>配置驱动的动态数据管理平台</a:t>
            </a:r>
            <a:br/>
            <a:r>
              <a:t>优势分析报告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01 痛点分析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当前痛点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版本管理混乱：文件命名「最终版、真正最终版、这次真的是最终版」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协作效率低下：DBox 锁表机制，5 人串行编辑耗时 50 分钟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修订记录缺失：依赖人工填写，完整率仅 60%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字段定义不清：依赖口头传承，不同人填写风格差异大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检索效率低：需要打开多个文件查找配置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错误校验困难：问题常在上线后才发现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无 API 接口：无法程序化访问，定制化开发困难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工具散乱：转换工具散落各处，版本格式各异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痛点影响评估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锁表等待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全员每天多次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版本混乱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全员每周多次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无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开发人员偶尔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7/10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输入无约束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全员每天多次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修订缺失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管理层需要追溯时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培训周期长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新人入职时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02 解决方案概述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check-manage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配置驱动的动态数据管理平台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专为解决传统配置管理方式痛点而设计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通过菜单配置和页面字段定义，无需编码即可创建业务数据页面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支持数据关联、导入导出、校验脚本、ETL 数据管道和 Open API 等功能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13716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Vue 3 + TypeScript</a:t>
            </a:r>
            <a:br/>
            <a:r>
              <a:t>Element Plus + Pinia + Vue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017520"/>
            <a:ext cx="8534095" cy="137160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29183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后端层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9475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Flask + Python</a:t>
            </a:r>
            <a:br/>
            <a:r>
              <a:t>JWT 认证 + Blueprint 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663440"/>
            <a:ext cx="8534095" cy="137160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93775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4067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PostgreSQL</a:t>
            </a:r>
            <a:br/>
            <a:r>
              <a:t>13 张表 + JSONB 灵活存储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2743200"/>
            <a:ext cx="457200" cy="45720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852160" y="4389120"/>
            <a:ext cx="457200" cy="45720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核心功能模块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菜单管理：可视化树形菜单编辑，支持 3 级嵌套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页面配置：定义 15 种字段类型，自动生成表单和表格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动态数据 CRUD:所有业务数据统一存储，支持增删改查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数据关联：多对多双向关联、一对多引用，自动同步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校验脚本：Python 脚本绑定，提交时自动校验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导出脚本：自定义 Python 脚本，支持多格式导出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ETL 管道：可视化步骤编排，HTTP 抽取/脚本转换/字段映射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Open API:API Key 认证，外部系统按集合访问数据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03 核心优势对比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工作流程对比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6868B"/>
                </a:solidFill>
                <a:latin typeface="Arial"/>
              </a:defRPr>
            </a:pPr>
            <a:r>
              <a:t>传统方式（串行）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28600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用户 A</a:t>
            </a:r>
          </a:p>
          <a:p>
            <a:r>
              <a:t>10 分钟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011680"/>
            <a:ext cx="457200" cy="365760"/>
          </a:xfrm>
          <a:prstGeom prst="right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645920"/>
            <a:ext cx="228600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用户 B</a:t>
            </a:r>
          </a:p>
          <a:p>
            <a:r>
              <a:t>10 分钟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217920" y="2011680"/>
            <a:ext cx="457200" cy="365760"/>
          </a:xfrm>
          <a:prstGeom prst="right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228600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用户 C</a:t>
            </a:r>
          </a:p>
          <a:p>
            <a:r>
              <a:t>10 分钟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2011680"/>
            <a:ext cx="457200" cy="365760"/>
          </a:xfrm>
          <a:prstGeom prst="right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52559" y="1645920"/>
            <a:ext cx="2286000" cy="10972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总计 50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check-manage（并行）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2286000" cy="10972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用户 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600" y="4389120"/>
            <a:ext cx="457200" cy="365760"/>
          </a:xfrm>
          <a:prstGeom prst="right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4023360"/>
            <a:ext cx="2286000" cy="10972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用户 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4389120"/>
            <a:ext cx="457200" cy="365760"/>
          </a:xfrm>
          <a:prstGeom prst="right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4023360"/>
            <a:ext cx="2286000" cy="10972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用户 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78240" y="4389120"/>
            <a:ext cx="457200" cy="365760"/>
          </a:xfrm>
          <a:prstGeom prst="right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59" y="4023360"/>
            <a:ext cx="2286000" cy="109728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总计 10 分钟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协作效率详细对比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0704" y="109728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check-manage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并发编辑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锁表机制，串行等待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多人并行，自动处理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数据刷新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手动刷新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实时同步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修订追踪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人工记录 (60% 完整率)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自动审计 (100% 完整)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访问接口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无 API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 API + Open API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 人协作耗时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50 分钟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 分钟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数据质量对比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6868B"/>
                </a:solidFill>
                <a:latin typeface="Arial"/>
              </a:defRPr>
            </a:pPr>
            <a:r>
              <a:t>传统方式 (Excel/共享表格)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无强制约束，纯靠经验和理解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无法自动校验，错误难以发现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不同人填写风格差异大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人工维护关联，容易不一致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695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84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15 种控件类型，字段级约束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Python 校验脚本，提交时自动执行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统一的下拉选项、格式规范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系统自动维护双向关联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版本管理对比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6868B"/>
                </a:solidFill>
                <a:latin typeface="Arial"/>
              </a:defRPr>
            </a:pPr>
            <a:r>
              <a:t>传统方式 (Excel 文件)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文件名区分 (v1、v2、最终版...)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需要保留多个文件副本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需要手动对比或借助工具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打开旧文件重新复制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695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84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系统自动记录每次变更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单一数据源，自动保存历史快照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内置数据对比，逐字段差异高亮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一键还原到任意历史版本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开发扩展对比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6868B"/>
                </a:solidFill>
                <a:latin typeface="Arial"/>
              </a:defRPr>
            </a:pPr>
            <a:r>
              <a:t>传统方式 (Excel/DBox)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无 API，无法程序化访问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需要解析 Excel 文件，复杂且不稳定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需要修改文件结构，影响现有用户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仅支持固定格式导出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695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84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REST API + Open API，支持第三方集成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标准 HTTP 接口，支持任意语言调用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配置驱动，新增页面无需改代码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自定义 Python 脚本，支持多格式导出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工具统一化对比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6868B"/>
                </a:solidFill>
                <a:latin typeface="Arial"/>
              </a:defRPr>
            </a:pPr>
            <a:r>
              <a:t>传统方式 (分散工具)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多个独立脚本/程序，散落在不同目录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各自维护版本，互不兼容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每个人只懂自己那份工具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 工具与特定配置文件绑定，难以复用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695" y="10972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84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295" y="173736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统一的导出脚本管理模块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集中版本控制，统一升级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统一界面操作，无需了解底层实现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 脚本与页面解耦，可跨配置复用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04 典型使用场景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场景一：测试用例配置管理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背景：测试团队需要维护 500+ 测试用例，涉及多个产品线，5 名测试工程师共同维护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传统痛点：用例 Excel 文件 3 个，版本混乱；多人编辑需要等他人释放锁；字段填写不统一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使用后收益：协作效率提升（日均节省 2.5 小时）；数据质量提升（错误率从 15% 降至 1%）；追溯能力增强（问题定位从 30 分钟降至 5 分钟）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场景二：项目模板配置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背景：项目组需要为不同客户定制测试方案模板，每个模板包含 20+ 配置项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传统痛点：模板文件 10+ 个；配置项依赖关系无法自动校验；无法快速回答影响范围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使用后收益：模板复用（新增配置从 4 小时降至 30 分钟）；依赖校验（自动检测配置冲突）；影响分析（从全面检查变为精准通知）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场景三：特殊功能配置文件管理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背景：系统有 10+ 种功能配置文件（权限、流程、通知规则等），由不同团队维护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传统痛点：配置文件格式不统一；变更无审核流程；没有统一入口查找配置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使用后收益：统一入口（查找时间从 15 分钟降至 1 分钟）；变更审核（误操作减少 90%）；格式统一（便于后续处理）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场景四：项目管理与多项目协同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背景：同时管理 20+ 项目，每个项目有独立的配置需求，又需要共享部分基础配置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传统痛点：项目配置分散；跨项目配置同步困难；无法回答配置项在所有项目中的值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使用后收益：全局视图（实时查看所有项目配置状态）；配置复用（公共配置统一维护）；差异分析（快速对比不同项目配置差异）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05 量化收益评估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时间效率提升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5 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协作编辑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50 分钟→10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15 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配置查找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15 分钟→1 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8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新增配置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4 小时→30 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30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修订查询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30 分钟→1 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10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新人上手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2 周→2 小时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60 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版本对比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 小时→1 分钟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数据质量提升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错误率降低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15%→1%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72 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冲突发现提前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上线后→提交时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8016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39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关联不一致消除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889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每月 5-10 次→0 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修订完整率提升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60%→100%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新增配置节省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1-3 天→10 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657600"/>
            <a:ext cx="292608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93192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84FF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ETL 开发节省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66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3-5 天→1 小时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投资回报率分析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4114800" cy="2743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  <a:latin typeface="Arial"/>
              </a:defRPr>
            </a:pPr>
            <a:r>
              <a:t>传统方式年度成本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82.5 万元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295" y="1828800"/>
            <a:ext cx="4114800" cy="3200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  <a:latin typeface="Arial"/>
              </a:defRPr>
            </a:pPr>
            <a:r>
              <a:t>check-manage 年度成本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1874519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3 万元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C759"/>
                </a:solidFill>
                <a:latin typeface="Arial"/>
              </a:defRPr>
            </a:pPr>
            <a:r>
              <a:t>年度节省 79.5 万元 | 第一年 ROI 59% | 回收期 6-12 个月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投资回报率计算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假设团队规模：10 人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传统方式年度成本：1,650 小时 ≈ 82.5 万元（协作等待 1,250 小时 + 错误修复 120 小时 + 新人培训 80 小时 + 开发支持 200 小时）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check-manage 年度成本：60 小时 ≈ 3 万元（平台学习 20 小时 + 平台维护 40 小时）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年度收益：82.5 万 - 3 万 = 79.5 万元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假设开发/部署成本 50 万元（一次性）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第一年 ROI = (79.5 - 50) / 50 × 100% = 59%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第二年 ROI = 79.5 / 0 × 100% = ∞（开发成本已回收）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 预计 6-12 个月收回开发成本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200400"/>
            <a:ext cx="4876495" cy="4572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06 总结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核心优势总结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协作效率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并行编辑消除等待，5 倍效率提升，实时同步无需刷新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3774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数据质量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15 种控件约束输入，Python 脚本自动校验，错误率从 15% 降至 1%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8328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版本管理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单一数据源自动版本管理，内置对比逐字段高亮，一键还原到任意历史版本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8912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3891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开发扩展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091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REST API + Open API 支持集成，配置驱动新增页面 10 分钟完成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39496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学习成本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7150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界面即文档，字段自说明，新人上手从 2 周降至 2 小时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6400800"/>
            <a:ext cx="228600" cy="2286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64008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工具统一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7208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6868B"/>
                </a:solidFill>
                <a:latin typeface="Arial"/>
              </a:defRPr>
            </a:pPr>
            <a:r>
              <a:t>定制化导出能力统一转换工具，脚本集中管理，跨配置复用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20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"/>
              </a:defRPr>
            </a:pPr>
            <a:r>
              <a:t>推荐采用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1E3"/>
                </a:solidFill>
                <a:latin typeface="Arial"/>
              </a:defRPr>
            </a:pPr>
            <a:r>
              <a:t>check-manage 替代传统配置管理方式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协作效率 5 倍提升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数据错误率降至 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工具统一化管理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5029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59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年度收益 79.5 万元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