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Microsoft YaHei"/>
              </a:rPr>
              <a:t>check-manage 系统技术介绍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64B5F6"/>
                </a:solidFill>
                <a:latin typeface="Microsoft YaHei"/>
              </a:rPr>
              <a:t>配置驱动的动态数据管理平台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BEC5"/>
                </a:solidFill>
                <a:latin typeface="Microsoft YaHei"/>
              </a:rPr>
              <a:t>Vue 3 + Flask + PostgreSQL JSONB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B0BEC5"/>
                </a:solidFill>
                <a:latin typeface="Microsoft YaHei"/>
              </a:rPr>
              <a:t>面向软件工程师的系统架构与功能详解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01  系统架构总览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技术栈、数据库设计、核心理念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28016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02  配置驱动机制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PageConfig → 动态 UI → 通用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28016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03  16 种字段控件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从文本到关联选择，全类型详解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04  数据关联原理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M:N / Reference / QuoteSelect 三种关联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251460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05  乐观锁与冲突解决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version 字段 + 双重校验机制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251460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06  查询引擎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MongoDB 语法 → PostgreSQL JSONB 翻译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4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07  校验与导出脚本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Python 沙箱 + 自定义数据处理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374904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08  ETL 数据管道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HTTP 抽取 → 脚本转换 → 字段映射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374904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09  Open API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API Key 认证 + 外部系统集成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8348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10  权限与审计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RBAC 三级角色 + 全量操作日志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498348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11  备份与恢复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手动/定时备份 + 数据对比 + 跨环境迁移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4983480"/>
            <a:ext cx="347472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12  部署方案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  本地部署 + frp 公网穿透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01  系统架构总览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3035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64B5F6"/>
                </a:solidFill>
                <a:latin typeface="Microsoft YaHei"/>
              </a:rPr>
              <a:t>  技术架构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┌─────────────── 浏览器 ───────────────┐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│  Vue 3 + Element Plus + Pinia        │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│  vue-codemirror + ECharts + XLSX      │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└──────────────┬────────────────────────┘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               │  HTTP / JWT Bearer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┌──────────────▼────────────────────────┐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│  Flask 后端 (port 3001)               │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│  Blueprint 路由 × 12 个模块            │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│  反向代理 (port 8080, 生产环境)        │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└──────────────┬────────────────────────┘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               │  psycopg2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┌──────────────▼────────────────────────┐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│  PostgreSQL                           │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│  13 张表 + JSONB 灵活存储              │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└───────────────────────────────────────┘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188720"/>
            <a:ext cx="5577840" cy="53035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64B5F6"/>
                </a:solidFill>
                <a:latin typeface="Microsoft YaHei"/>
              </a:rPr>
              <a:t>  核心数据库表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dynamic_data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JSONB 单表存储所有业务数据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page_configs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页面字段配置（驱动 UI 渲染）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data_relations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M:N 关联中间表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menus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树形菜单 + RBAC 角色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users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用户表（admin/developer/guest）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operation_logs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全量操作审计日志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backups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备份记录与元数据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export_scripts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自定义导出脚本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validation_scripts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数据校验脚本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etl_tasks / etl_logs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ETL 任务与执行日志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Consolas"/>
              </a:rPr>
              <a:t>  api_keys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Open API 密钥管理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icrosoft YaHei"/>
              </a:rPr>
              <a:t>核心理念：所有业务数据存储在 dynamic_data 一张表，通过 collection 字段区分实体，JSONB data 列存储字段值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02  配置驱动机制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201168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从配置到运行的完整流程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DD0E1"/>
                </a:solidFill>
                <a:latin typeface="Consolas"/>
              </a:rPr>
              <a:t>  page_configs.fields (JSON)  →  前端 DynamicPage.vue 读取  →  DynamicForm 渲染表单  →  DataTable 渲染列表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6BB6A"/>
                </a:solidFill>
                <a:latin typeface="Consolas"/>
              </a:rPr>
              <a:t>  后端 dynamic.py 通用 CRUD  →  不需要为新实体写任何代码  →  新增业务实体只需 INSERT 两行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474720"/>
            <a:ext cx="5486400" cy="320040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新增业务实体（零代码）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
  -- 1. 定义字段配置
  INSERT INTO page_configs (id, name, fields)
  VALUES ('page-products', '产品管理',
    '[{"fieldName":"name",
       "label":"产品名称",
       "controlType":"text",
       "required":true}]');
  -- 2. 创建菜单入口
  INSERT INTO menus (id, name, path, page_id)
  VALUES ('menu-prod', '产品', '/products',
          'page-products');
  -- 完成！自动获得 UI +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474720"/>
            <a:ext cx="5486400" cy="320040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自动获得的能力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Microsoft YaHei"/>
              </a:rPr>
              <a:t>  ✓ 前端页面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表单 + 表格 + 搜索 + 分页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Microsoft YaHei"/>
              </a:rPr>
              <a:t>  ✓ REST API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GET/POST/PUT/DELETE /&lt;collection&gt;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Microsoft YaHei"/>
              </a:rPr>
              <a:t>  ✓ 数据校验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必填 + 类型 + 自定义脚本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Microsoft YaHei"/>
              </a:rPr>
              <a:t>  ✓ 导入导出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Excel 批量导入 + 自定义导出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Microsoft YaHei"/>
              </a:rPr>
              <a:t>  ✓ 操作审计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自动记录增删改操作日志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Microsoft YaHei"/>
              </a:rPr>
              <a:t>  ✓ 关联关系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relation / reference / quoteSelect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Microsoft YaHei"/>
              </a:rPr>
              <a:t>  ✓ Open API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外部系统 API Key 访问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66BB6A"/>
                </a:solidFill>
                <a:latin typeface="Microsoft YaHei"/>
              </a:rPr>
              <a:t>  ✓ MongoDB 查询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   查询控制台支持复杂查询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03  16 种字段控件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text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TextInput.vue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单行文本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1887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textarea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TextArea.vue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多行文本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number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NumberInput.vue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数字输入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1887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select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SelectInput.vue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下拉单选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603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multiSelect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MultiSelect.vue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多选标签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5603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radio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RadioGroup.vue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单选按钮组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checkbox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CheckboxGroup.vue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多选框组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5603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date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DatePicker.vue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日期选择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9319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datetime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DatePicker.vue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日期时间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9319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file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FileUpload.vue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文件上传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image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ImageUpload.vue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图片上传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9319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richText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RichTextEditor.vue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富文本编辑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3035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autoSequence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AutoSequence.vue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自增序列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53035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autoTimestamp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AutoTimestamp.vue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自动时间戳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3035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reference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ReferenceSelect.vue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父子引用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5303520"/>
            <a:ext cx="2743200" cy="118872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4B5F6"/>
                </a:solidFill>
                <a:latin typeface="Consolas"/>
              </a:rPr>
              <a:t>  relation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RelationSelect.vue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M:N 多对多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Microsoft YaHei"/>
              </a:rPr>
              <a:t>另有 quoteSelect（引用选择）控件，controlType 为 quoteSelect，用于从关联集合中选择记录并存储 ID 数组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04  数据关联原理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relation (M:N 多对多)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Microsoft YaHei"/>
              </a:rPr>
              <a:t>  存储方式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通过 data_relations 中间表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Microsoft YaHei"/>
              </a:rPr>
              <a:t>  中间表结构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collection | record_id
  field_name | related_collection
  related_id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Microsoft YaHei"/>
              </a:rPr>
              <a:t>  双向同步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巡检用例 ←→ 巡检模板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A 关联 B 时，自动在 B 侧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创建反向关联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EF5350"/>
                </a:solidFill>
                <a:latin typeface="Microsoft YaHei"/>
              </a:rPr>
              <a:t>  删除保护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被关联的记录不可删除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97280"/>
            <a:ext cx="365760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reference (父子引用)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Microsoft YaHei"/>
              </a:rPr>
              <a:t>  存储方式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data JSONB 中直接存父记录 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Microsoft YaHei"/>
              </a:rPr>
              <a:t>  数据结构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// PPT配置记录
  {
    "用例ID": "parent-record-id",
    "操作类型": "检查"
  }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Microsoft YaHei"/>
              </a:rPr>
              <a:t>  字段继承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子记录自动继承父记录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的指定字段值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EF5350"/>
                </a:solidFill>
                <a:latin typeface="Microsoft YaHei"/>
              </a:rPr>
              <a:t>  级联删除保护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有子记录时父记录不可删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097280"/>
            <a:ext cx="365760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quoteSelect (引用选择)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Microsoft YaHei"/>
              </a:rPr>
              <a:t>  存储方式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data JSONB 中存 ID 数组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Microsoft YaHei"/>
              </a:rPr>
              <a:t>  数据结构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// PPT配置记录
  {
    "模板ID": [
      "template-001",
      "template-002"
    ]
  }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Microsoft YaHei"/>
              </a:rPr>
              <a:t>  使用场景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从目标集合中选择多条记录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轻量级引用，无中间表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66BB6A"/>
                </a:solidFill>
                <a:latin typeface="Microsoft YaHei"/>
              </a:rPr>
              <a:t>  适合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单向引用、不需要反查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05  乐观锁与冲突解决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乐观锁机制 (Optimistic Locking)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FFA726"/>
                </a:solidFill>
                <a:latin typeface="Microsoft YaHei"/>
              </a:rPr>
              <a:t>  原理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每条记录维护 version 字段（整数递增）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更新时携带 version，服务端比对后决定是否写入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FFA726"/>
                </a:solidFill>
                <a:latin typeface="Microsoft YaHei"/>
              </a:rPr>
              <a:t>  双重校验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第 1 层：SELECT 查出 db_version，与 client_version 比对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第 2 层：UPDATE ... WHERE version = db_version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如果 rowcount == 0，说明 SELECT 和 UPDATE 之间又被修改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EF5350"/>
                </a:solidFill>
                <a:latin typeface="Microsoft YaHei"/>
              </a:rPr>
              <a:t>  冲突时返回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HTTP 409 Conflict
  {
    "error": "数据已被其他用户修改，请刷新后重试",
    "code": "VERSION_CONFLICT",
    "_version": &lt;current_db_version&gt;
  }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66BB6A"/>
                </a:solidFill>
                <a:latin typeface="Microsoft YaHei"/>
              </a:rPr>
              <a:t>  前端处理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pageConfig.ts 更新时自动携带 _version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收到 409 后提示用户刷新重试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48640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时序流程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用户A 读取记录 (version=3)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用户B 读取记录 (version=3)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── 用户A 先提交 ──────────────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PUT {_version: 3, data...}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BB6A"/>
                </a:solidFill>
                <a:latin typeface="Consolas"/>
              </a:rPr>
              <a:t>  → SELECT: db_version=3 ✓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→ UPDATE WHERE version=3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→ version 变为 4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→ 返回 200 {_version: 4}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── 用户B 后提交 ──────────────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PUT {_version: 3, data...}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EF5350"/>
                </a:solidFill>
                <a:latin typeface="Consolas"/>
              </a:rPr>
              <a:t>  → SELECT: db_version=4 ≠ 3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EF5350"/>
                </a:solidFill>
                <a:latin typeface="Consolas"/>
              </a:rPr>
              <a:t>  → 返回 409 VERSION_CONFLICT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── 用户B 刷新后重试 ──────────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GET → 获取最新数据 (version=4)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修改后 PUT {_version: 4}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BB6A"/>
                </a:solidFill>
                <a:latin typeface="Consolas"/>
              </a:rPr>
              <a:t>  → 成功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06  查询引擎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MongoDB 风格查询语法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utils/mongo_query.py 将 MongoDB 语法翻译为 PostgreSQL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支持 12 种操作符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比较:  $eq $ne $gt $gte $lt $lte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数组:  $in $nin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字符串: $regex $like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元素:  $exists $size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逻辑:  $and $or $not $nor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查询示例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{
    "collection": "inspection-case",
    "query": {
      "$or": [
        {"用例类型": "功能巡检"},
        {"优先级": "高"}
      ],
      "用例名称": {"$like": "登录"}
    },
    "sort": {"用例ID": 1},
    "limit": 200
  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486400" cy="237744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中文标签自动映射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查询中使用中文标签（如"用例ID"）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系统通过 page_configs.fields 自动转换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为实际字段名（如"caseid"）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remap_labels(query, fields)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→ 递归遍历 query 对象中的所有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3749039"/>
            <a:ext cx="5486400" cy="274320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连表查询 (lookup)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支持三种关联类型的跨集合 JOIN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BB6A"/>
                </a:solidFill>
                <a:latin typeface="Consolas"/>
              </a:rPr>
              <a:t>  relation → 通过 data_relations 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BB6A"/>
                </a:solidFill>
                <a:latin typeface="Consolas"/>
              </a:rPr>
              <a:t>  reference → 本地 ID 字段直接关联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BB6A"/>
                </a:solidFill>
                <a:latin typeface="Consolas"/>
              </a:rPr>
              <a:t>  quoteSelect → 本地 ID 数组展开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查询控制台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CodeMirror 编辑器 + 字段自动补全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实时结果展示 + Excel 导出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07  校验与导出脚本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校验脚本 (Validation Scripts)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执行时机：数据提交时自动执行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运行环境：Python 沙箱 (utils/script_runner.py)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脚本可访问的变量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record    — 当前提交的数据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errors    — 错误列表（阻止保存）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warnings  — 警告列表（允许保存）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relations — 关联操作队列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示例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# 校验开始日期不晚于结束日期
  start = record.get("startDate")
  end = record.get("endDate")
  if start and end and start &gt; end:
      errors.append("开始日期不能晚于结束日期")
  # 校验名称长度
  name = record.get("caseName", "")
  if len(name) &lt; 2:
      errors.append("名称至少2个字符")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48640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导出脚本 (Export Scripts)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两种作用域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page  — 页面级导出（处理整个集合）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row   — 行级导出（处理单条记录）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脚本可访问的变量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records   — 数据列表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fields    — 字段配置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output    — 输出容器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支持输出格式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BB6A"/>
                </a:solidFill>
                <a:latin typeface="Consolas"/>
              </a:rPr>
              <a:t>  json | csv | xml | html | txt | xlsx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绑定方式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page_configs.export_scripts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page_configs.row_export_scripts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同一脚本可绑定到多个页面（复用）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08  ETL 数据管道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182880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ETL 管道：可视化步骤编排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4DD0E1"/>
                </a:solidFill>
                <a:latin typeface="Consolas"/>
              </a:rPr>
              <a:t>  HTTP 数据抽取  →  Python 脚本转换  →  字段映射  →  写入目标集合  →  执行日志记录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B0BEC5"/>
                </a:solidFill>
                <a:latin typeface="Microsoft YaHei"/>
              </a:rPr>
              <a:t>  每个 ETL 任务由多个 step 组成，存储在 etl_tasks.steps (JSONB)，执行结果记录到 etl_logs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3566160" cy="329184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HTTP 抽取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type: httpExtract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url — 请求地址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method — GET/POST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headers — 请求头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dataPath — 从响应 JSON 提取数据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3200400"/>
            <a:ext cx="3566160" cy="329184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脚本转换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type: scriptTransform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Python 沙箱执行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输入: records (上一步结果)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输出: records (转换后)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支持数据清洗、格式转换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3200400"/>
            <a:ext cx="3566160" cy="329184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字段映射 + 写入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Consolas"/>
              </a:rPr>
              <a:t>  type: fieldMapping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targetCollection — 目标集合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mappings — 源字段 → 目标字段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mode — insert / upsert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自动处理 ID 生成和去重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09  Open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API Key 认证机制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认证方式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onsolas"/>
              </a:rPr>
              <a:t>  Header: X-API-Key: &lt;api_key&gt;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密钥管理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密钥仅在创建时显示一次（SHA256 存储）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支持启用/禁用、记录最后使用时间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管理界面：系统配置 → 平台管理 → Open API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集合开放控制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page_configs.api_public = true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每个集合独立控制是否对 API 开放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读写控制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page_configs.api_writable = true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开启后支持 POST/PUT 写入操作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48640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API 端点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66BB6A"/>
                </a:solidFill>
                <a:latin typeface="Consolas"/>
              </a:rPr>
              <a:t>  GET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/api/open/&lt;collection&gt;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Microsoft YaHei"/>
              </a:rPr>
              <a:t>  查询列表 (支持 ?q= 查询)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66BB6A"/>
                </a:solidFill>
                <a:latin typeface="Consolas"/>
              </a:rPr>
              <a:t>  GET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/api/open/&lt;collection&gt;/&lt;id&gt;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Microsoft YaHei"/>
              </a:rPr>
              <a:t>  获取单条记录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Consolas"/>
              </a:rPr>
              <a:t>  POST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/api/open/&lt;collection&gt;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Microsoft YaHei"/>
              </a:rPr>
              <a:t>  新增记录 (需 writable)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FFA726"/>
                </a:solidFill>
                <a:latin typeface="Consolas"/>
              </a:rPr>
              <a:t>  PUT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/api/open/&lt;collection&gt;/&lt;id&gt;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B0BEC5"/>
                </a:solidFill>
                <a:latin typeface="Microsoft YaHei"/>
              </a:rPr>
              <a:t>  更新记录 (需 writable)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调用示例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curl -H "X-API-Key: ak_xxx" \
    "http://host/api/open/inspection-case\
    ?q={\"用例类型\":\"功能巡检\"}"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10  权限与审计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RBAC 三级角色体系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66BB6A"/>
                </a:solidFill>
                <a:latin typeface="Microsoft YaHei"/>
              </a:rPr>
              <a:t>  admin (管理员)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全部功能访问权限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菜单/页面配置/用户管理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系统配置、备份、导出脚本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数据增删改查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64B5F6"/>
                </a:solidFill>
                <a:latin typeface="Microsoft YaHei"/>
              </a:rPr>
              <a:t>  developer (开发者)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业务数据页面访问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数据增删改查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数据查询控制台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不可访问系统配置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B0BEC5"/>
                </a:solidFill>
                <a:latin typeface="Microsoft YaHei"/>
              </a:rPr>
              <a:t>  guest (访客)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业务数据只读访问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不可新增/修改/删除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• 不可访问系统配置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48640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全量操作审计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记录内容 (operation_logs)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action      — create / update / delete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target_type — 操作对象类型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target_id   — 操作对象 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target_name — 操作对象名称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description — 变更描述（含字段级差异）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operator    — 操作人信息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batch_id    — 批量操作聚合标识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created_at  — 操作时间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权限实现方式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menus.roles JSONB — 菜单可见性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auth.py @login_required — 登录校验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auth.py @admin_required — 管理员校验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hasRoutePermission() — 前端路由守卫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• filterMenusByRole() — 前端菜单过滤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11  备份与恢复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备份机制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手动备份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管理员在界面一键创建备份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定时备份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backup_settings 配置间隔（daily/weekly/monthly）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备份内容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全量导出：menus + page_configs + dynamic_data + data_relations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存储格式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JSON 文件，含元数据（表计数、记录数）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文件管理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支持下载备份文件到本地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保留策略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   retention_count 控制保留份数，自动清理旧备份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48640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恢复与对比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数据还原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选择备份版本 → 一键还原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清空当前数据后从备份文件恢复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数据对比 (Diff)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选择两个备份版本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逐集合、逐记录、逐字段对比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差异类型：新增 / 修改 / 删除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支持导出对比报告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跨环境迁移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下载备份 → 上传到目标环境 → 还原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适用于 开发 → 测试 → 生产 的数据同步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12  部署方案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本地部署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D0E1"/>
                </a:solidFill>
                <a:latin typeface="Consolas"/>
              </a:rPr>
              <a:t>  # 一键启动
  ./start.sh
  # 启动流程:
  # 1. python init_db.py (数据库迁移)
  # 2. npm run build     (前端构建)
  # 3. python proxy.py   (反向代理+后端)
  # 服务架构:
  # 浏览器 → :8080 (proxy.py)
  #   ├── 静态文件 ← dist/
  #   └── /api/*   → Flask (:3001)
  #                    └── PostgreSQL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486400" cy="53949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B5F6"/>
                </a:solidFill>
                <a:latin typeface="Microsoft YaHei"/>
              </a:rPr>
              <a:t>  公网访问 (frp 内网穿透)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4DD0E1"/>
                </a:solidFill>
                <a:latin typeface="Consolas"/>
              </a:rPr>
              <a:t>  # 服务器 (frps.toml)
  bindPort = 7000
  vhostHTTPPort = 80
  auth.token = "secret"
  # 本地 (frpc.toml)
  serverAddr = "your-server-ip"
  serverPort = 7000
  auth.token = "secret"
  [[proxies]]
  name = "check-manage"
  type = "http"
  localPort = 8080
  customDomains = ["check.example.com"]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FA726"/>
                </a:solidFill>
                <a:latin typeface="Microsoft YaHei"/>
              </a:rPr>
              <a:t>  两种模式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BB6A"/>
                </a:solidFill>
                <a:latin typeface="Microsoft YaHei"/>
              </a:rPr>
              <a:t>  HTTP + 域名（推荐）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TCP + 端口（无需域名）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57784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配置驱动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新增业务实体零代码，INSERT 两行 SQL 即可获得完整 CRUD + UI +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57784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JSONB 单表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所有业务数据统一存储，无需 DDL 变更，灵活应对字段变化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557784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三种关联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relation（M:N 双向同步）/ reference（父子继承）/ quoteSelect（轻量引用）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606040"/>
            <a:ext cx="557784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乐观锁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version 字段 + 双重校验，安全解决多人并发编辑冲突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557784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查询引擎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MongoDB 风格语法 → PostgreSQL JSONB，12 种操作符 + 连表查询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840480"/>
            <a:ext cx="557784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脚本沙箱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Python 校验脚本 + 导出脚本 + ETL 转换，灵活可扩展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74920"/>
            <a:ext cx="557784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Open API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API Key 认证，外部系统集成，按集合控制读写权限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5074920"/>
            <a:ext cx="5577840" cy="1051560"/>
          </a:xfrm>
          <a:prstGeom prst="roundRect">
            <a:avLst/>
          </a:prstGeom>
          <a:solidFill>
            <a:srgbClr val="2D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64B5F6"/>
                </a:solidFill>
                <a:latin typeface="Microsoft YaHei"/>
              </a:rPr>
              <a:t>  全链路审计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B0BEC5"/>
                </a:solidFill>
                <a:latin typeface="Microsoft YaHei"/>
              </a:rPr>
              <a:t>  操作日志 + 系统备份 + 数据对比，完整的数据生命周期管理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Microsoft YaHei"/>
              </a:rPr>
              <a:t>详细文档：docs/ 目录下的语法手册、使用文档、优势分析报告、部署指南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